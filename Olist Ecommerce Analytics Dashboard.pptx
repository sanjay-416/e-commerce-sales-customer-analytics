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7" r:id="rId5"/>
    <p:sldId id="258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3" r:id="rId15"/>
    <p:sldId id="271" r:id="rId16"/>
    <p:sldId id="272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1AA22D-B6DE-4095-876B-0119D8D4B033}" v="116" dt="2026-03-30T07:14:17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 Venkata Rachana" userId="009956bfc58e4b5e" providerId="LiveId" clId="{62731F2D-0C18-44DA-B737-D2AC9F6F3D40}"/>
    <pc:docChg chg="undo custSel addSld delSld modSld sldOrd">
      <pc:chgData name="Sura Venkata Rachana" userId="009956bfc58e4b5e" providerId="LiveId" clId="{62731F2D-0C18-44DA-B737-D2AC9F6F3D40}" dt="2026-03-30T07:18:41.119" v="1497" actId="113"/>
      <pc:docMkLst>
        <pc:docMk/>
      </pc:docMkLst>
      <pc:sldChg chg="addSp modSp mod">
        <pc:chgData name="Sura Venkata Rachana" userId="009956bfc58e4b5e" providerId="LiveId" clId="{62731F2D-0C18-44DA-B737-D2AC9F6F3D40}" dt="2026-03-30T07:10:54.338" v="1372" actId="14100"/>
        <pc:sldMkLst>
          <pc:docMk/>
          <pc:sldMk cId="1293015957" sldId="256"/>
        </pc:sldMkLst>
        <pc:spChg chg="mod">
          <ac:chgData name="Sura Venkata Rachana" userId="009956bfc58e4b5e" providerId="LiveId" clId="{62731F2D-0C18-44DA-B737-D2AC9F6F3D40}" dt="2026-03-30T07:10:04.419" v="1362" actId="1076"/>
          <ac:spMkLst>
            <pc:docMk/>
            <pc:sldMk cId="1293015957" sldId="256"/>
            <ac:spMk id="2" creationId="{2B7557BD-28C6-4502-66AE-54B3B8C52714}"/>
          </ac:spMkLst>
        </pc:spChg>
        <pc:spChg chg="mod">
          <ac:chgData name="Sura Venkata Rachana" userId="009956bfc58e4b5e" providerId="LiveId" clId="{62731F2D-0C18-44DA-B737-D2AC9F6F3D40}" dt="2026-03-30T07:10:54.338" v="1372" actId="14100"/>
          <ac:spMkLst>
            <pc:docMk/>
            <pc:sldMk cId="1293015957" sldId="256"/>
            <ac:spMk id="3" creationId="{E83DBF2B-4014-B848-C266-59FFAAD8A1B4}"/>
          </ac:spMkLst>
        </pc:spChg>
        <pc:picChg chg="add mod">
          <ac:chgData name="Sura Venkata Rachana" userId="009956bfc58e4b5e" providerId="LiveId" clId="{62731F2D-0C18-44DA-B737-D2AC9F6F3D40}" dt="2026-03-30T07:09:48.479" v="1356" actId="14100"/>
          <ac:picMkLst>
            <pc:docMk/>
            <pc:sldMk cId="1293015957" sldId="256"/>
            <ac:picMk id="8194" creationId="{532188C4-4E45-97BB-0044-C56B4735CDA3}"/>
          </ac:picMkLst>
        </pc:picChg>
        <pc:picChg chg="add mod">
          <ac:chgData name="Sura Venkata Rachana" userId="009956bfc58e4b5e" providerId="LiveId" clId="{62731F2D-0C18-44DA-B737-D2AC9F6F3D40}" dt="2026-03-30T07:10:16.901" v="1366" actId="1076"/>
          <ac:picMkLst>
            <pc:docMk/>
            <pc:sldMk cId="1293015957" sldId="256"/>
            <ac:picMk id="8196" creationId="{2579BBB3-18F2-F742-4AA9-CC9FE57E6C86}"/>
          </ac:picMkLst>
        </pc:picChg>
      </pc:sldChg>
      <pc:sldChg chg="modSp mod">
        <pc:chgData name="Sura Venkata Rachana" userId="009956bfc58e4b5e" providerId="LiveId" clId="{62731F2D-0C18-44DA-B737-D2AC9F6F3D40}" dt="2026-03-30T07:14:39.893" v="1442" actId="20577"/>
        <pc:sldMkLst>
          <pc:docMk/>
          <pc:sldMk cId="2262946331" sldId="257"/>
        </pc:sldMkLst>
        <pc:spChg chg="mod">
          <ac:chgData name="Sura Venkata Rachana" userId="009956bfc58e4b5e" providerId="LiveId" clId="{62731F2D-0C18-44DA-B737-D2AC9F6F3D40}" dt="2026-03-30T07:14:29.200" v="1439" actId="113"/>
          <ac:spMkLst>
            <pc:docMk/>
            <pc:sldMk cId="2262946331" sldId="257"/>
            <ac:spMk id="2" creationId="{2D7E9BDC-6AF9-C822-C90A-2666162CBE44}"/>
          </ac:spMkLst>
        </pc:spChg>
        <pc:spChg chg="mod">
          <ac:chgData name="Sura Venkata Rachana" userId="009956bfc58e4b5e" providerId="LiveId" clId="{62731F2D-0C18-44DA-B737-D2AC9F6F3D40}" dt="2026-03-30T07:14:39.893" v="1442" actId="20577"/>
          <ac:spMkLst>
            <pc:docMk/>
            <pc:sldMk cId="2262946331" sldId="257"/>
            <ac:spMk id="3" creationId="{D8CF7667-017B-BC41-FE9F-32833B1411AA}"/>
          </ac:spMkLst>
        </pc:spChg>
        <pc:picChg chg="mod">
          <ac:chgData name="Sura Venkata Rachana" userId="009956bfc58e4b5e" providerId="LiveId" clId="{62731F2D-0C18-44DA-B737-D2AC9F6F3D40}" dt="2026-03-27T05:31:25.555" v="66" actId="1076"/>
          <ac:picMkLst>
            <pc:docMk/>
            <pc:sldMk cId="2262946331" sldId="257"/>
            <ac:picMk id="1026" creationId="{B6762B3A-198C-251A-5FA1-F4CF15951AAE}"/>
          </ac:picMkLst>
        </pc:picChg>
      </pc:sldChg>
      <pc:sldChg chg="modSp mod">
        <pc:chgData name="Sura Venkata Rachana" userId="009956bfc58e4b5e" providerId="LiveId" clId="{62731F2D-0C18-44DA-B737-D2AC9F6F3D40}" dt="2026-03-30T07:14:50.386" v="1444" actId="113"/>
        <pc:sldMkLst>
          <pc:docMk/>
          <pc:sldMk cId="555529193" sldId="258"/>
        </pc:sldMkLst>
        <pc:spChg chg="mod">
          <ac:chgData name="Sura Venkata Rachana" userId="009956bfc58e4b5e" providerId="LiveId" clId="{62731F2D-0C18-44DA-B737-D2AC9F6F3D40}" dt="2026-03-30T07:14:50.386" v="1444" actId="113"/>
          <ac:spMkLst>
            <pc:docMk/>
            <pc:sldMk cId="555529193" sldId="258"/>
            <ac:spMk id="2" creationId="{A61D4B48-3A3B-698B-50C1-AE514265C89C}"/>
          </ac:spMkLst>
        </pc:spChg>
        <pc:spChg chg="mod">
          <ac:chgData name="Sura Venkata Rachana" userId="009956bfc58e4b5e" providerId="LiveId" clId="{62731F2D-0C18-44DA-B737-D2AC9F6F3D40}" dt="2026-03-27T05:35:16.112" v="460" actId="20577"/>
          <ac:spMkLst>
            <pc:docMk/>
            <pc:sldMk cId="555529193" sldId="258"/>
            <ac:spMk id="3" creationId="{C6C48760-6E4D-8E70-CB39-40DE6CE63DFC}"/>
          </ac:spMkLst>
        </pc:spChg>
      </pc:sldChg>
      <pc:sldChg chg="modSp mod">
        <pc:chgData name="Sura Venkata Rachana" userId="009956bfc58e4b5e" providerId="LiveId" clId="{62731F2D-0C18-44DA-B737-D2AC9F6F3D40}" dt="2026-03-30T07:18:41.119" v="1497" actId="113"/>
        <pc:sldMkLst>
          <pc:docMk/>
          <pc:sldMk cId="3230415026" sldId="261"/>
        </pc:sldMkLst>
        <pc:spChg chg="mod">
          <ac:chgData name="Sura Venkata Rachana" userId="009956bfc58e4b5e" providerId="LiveId" clId="{62731F2D-0C18-44DA-B737-D2AC9F6F3D40}" dt="2026-03-30T07:18:41.119" v="1497" actId="113"/>
          <ac:spMkLst>
            <pc:docMk/>
            <pc:sldMk cId="3230415026" sldId="261"/>
            <ac:spMk id="2" creationId="{905B5A8D-47C7-40B4-11D9-23DEAFD23685}"/>
          </ac:spMkLst>
        </pc:spChg>
        <pc:spChg chg="mod">
          <ac:chgData name="Sura Venkata Rachana" userId="009956bfc58e4b5e" providerId="LiveId" clId="{62731F2D-0C18-44DA-B737-D2AC9F6F3D40}" dt="2026-03-27T05:30:34.742" v="56" actId="20577"/>
          <ac:spMkLst>
            <pc:docMk/>
            <pc:sldMk cId="3230415026" sldId="261"/>
            <ac:spMk id="3" creationId="{82472FDB-4E36-E917-8110-BB082F162146}"/>
          </ac:spMkLst>
        </pc:spChg>
      </pc:sldChg>
      <pc:sldChg chg="addSp modSp new mod">
        <pc:chgData name="Sura Venkata Rachana" userId="009956bfc58e4b5e" providerId="LiveId" clId="{62731F2D-0C18-44DA-B737-D2AC9F6F3D40}" dt="2026-03-30T07:18:21.776" v="1495" actId="207"/>
        <pc:sldMkLst>
          <pc:docMk/>
          <pc:sldMk cId="1581820530" sldId="262"/>
        </pc:sldMkLst>
        <pc:spChg chg="mod">
          <ac:chgData name="Sura Venkata Rachana" userId="009956bfc58e4b5e" providerId="LiveId" clId="{62731F2D-0C18-44DA-B737-D2AC9F6F3D40}" dt="2026-03-30T07:18:21.776" v="1495" actId="207"/>
          <ac:spMkLst>
            <pc:docMk/>
            <pc:sldMk cId="1581820530" sldId="262"/>
            <ac:spMk id="2" creationId="{7F4CB68B-5371-B8ED-635C-5C0009A185C3}"/>
          </ac:spMkLst>
        </pc:spChg>
        <pc:spChg chg="mod">
          <ac:chgData name="Sura Venkata Rachana" userId="009956bfc58e4b5e" providerId="LiveId" clId="{62731F2D-0C18-44DA-B737-D2AC9F6F3D40}" dt="2026-03-30T07:11:53.855" v="1430" actId="20577"/>
          <ac:spMkLst>
            <pc:docMk/>
            <pc:sldMk cId="1581820530" sldId="262"/>
            <ac:spMk id="3" creationId="{2261DD87-8EBF-242A-ED76-5406A8495E6E}"/>
          </ac:spMkLst>
        </pc:spChg>
        <pc:picChg chg="add mod">
          <ac:chgData name="Sura Venkata Rachana" userId="009956bfc58e4b5e" providerId="LiveId" clId="{62731F2D-0C18-44DA-B737-D2AC9F6F3D40}" dt="2026-03-30T07:14:17.077" v="1437" actId="1076"/>
          <ac:picMkLst>
            <pc:docMk/>
            <pc:sldMk cId="1581820530" sldId="262"/>
            <ac:picMk id="9218" creationId="{8787C96D-FD0E-1658-0330-F2B8A0E46265}"/>
          </ac:picMkLst>
        </pc:picChg>
      </pc:sldChg>
      <pc:sldChg chg="addSp delSp modSp add mod">
        <pc:chgData name="Sura Venkata Rachana" userId="009956bfc58e4b5e" providerId="LiveId" clId="{62731F2D-0C18-44DA-B737-D2AC9F6F3D40}" dt="2026-03-30T07:15:06.852" v="1446" actId="1076"/>
        <pc:sldMkLst>
          <pc:docMk/>
          <pc:sldMk cId="2139345460" sldId="263"/>
        </pc:sldMkLst>
        <pc:spChg chg="mod">
          <ac:chgData name="Sura Venkata Rachana" userId="009956bfc58e4b5e" providerId="LiveId" clId="{62731F2D-0C18-44DA-B737-D2AC9F6F3D40}" dt="2026-03-30T07:15:01.425" v="1445" actId="207"/>
          <ac:spMkLst>
            <pc:docMk/>
            <pc:sldMk cId="2139345460" sldId="263"/>
            <ac:spMk id="2" creationId="{B494872C-1E73-589B-3A42-77C9D878DDA5}"/>
          </ac:spMkLst>
        </pc:spChg>
        <pc:spChg chg="add del mod">
          <ac:chgData name="Sura Venkata Rachana" userId="009956bfc58e4b5e" providerId="LiveId" clId="{62731F2D-0C18-44DA-B737-D2AC9F6F3D40}" dt="2026-03-27T05:46:45.537" v="551" actId="14100"/>
          <ac:spMkLst>
            <pc:docMk/>
            <pc:sldMk cId="2139345460" sldId="263"/>
            <ac:spMk id="4" creationId="{B4350780-9CA0-7BED-8CE9-CFCE5EB04B82}"/>
          </ac:spMkLst>
        </pc:spChg>
        <pc:picChg chg="add mod">
          <ac:chgData name="Sura Venkata Rachana" userId="009956bfc58e4b5e" providerId="LiveId" clId="{62731F2D-0C18-44DA-B737-D2AC9F6F3D40}" dt="2026-03-30T07:15:06.852" v="1446" actId="1076"/>
          <ac:picMkLst>
            <pc:docMk/>
            <pc:sldMk cId="2139345460" sldId="263"/>
            <ac:picMk id="7" creationId="{7AE7CA88-B207-B8E6-1DCF-F8B6480FF73A}"/>
          </ac:picMkLst>
        </pc:picChg>
      </pc:sldChg>
      <pc:sldChg chg="addSp delSp modSp new mod">
        <pc:chgData name="Sura Venkata Rachana" userId="009956bfc58e4b5e" providerId="LiveId" clId="{62731F2D-0C18-44DA-B737-D2AC9F6F3D40}" dt="2026-03-30T07:15:19.026" v="1447" actId="207"/>
        <pc:sldMkLst>
          <pc:docMk/>
          <pc:sldMk cId="3972778145" sldId="264"/>
        </pc:sldMkLst>
        <pc:spChg chg="mod">
          <ac:chgData name="Sura Venkata Rachana" userId="009956bfc58e4b5e" providerId="LiveId" clId="{62731F2D-0C18-44DA-B737-D2AC9F6F3D40}" dt="2026-03-30T07:15:19.026" v="1447" actId="207"/>
          <ac:spMkLst>
            <pc:docMk/>
            <pc:sldMk cId="3972778145" sldId="264"/>
            <ac:spMk id="2" creationId="{4687B47E-A2F1-5299-7339-70E369A8D010}"/>
          </ac:spMkLst>
        </pc:spChg>
        <pc:spChg chg="mod">
          <ac:chgData name="Sura Venkata Rachana" userId="009956bfc58e4b5e" providerId="LiveId" clId="{62731F2D-0C18-44DA-B737-D2AC9F6F3D40}" dt="2026-03-27T05:54:22.624" v="592" actId="255"/>
          <ac:spMkLst>
            <pc:docMk/>
            <pc:sldMk cId="3972778145" sldId="264"/>
            <ac:spMk id="3" creationId="{5FD96982-C0EB-9786-9E6A-050207F0AB43}"/>
          </ac:spMkLst>
        </pc:spChg>
        <pc:graphicFrameChg chg="add del mod">
          <ac:chgData name="Sura Venkata Rachana" userId="009956bfc58e4b5e" providerId="LiveId" clId="{62731F2D-0C18-44DA-B737-D2AC9F6F3D40}" dt="2026-03-27T05:54:52.987" v="601" actId="14100"/>
          <ac:graphicFrameMkLst>
            <pc:docMk/>
            <pc:sldMk cId="3972778145" sldId="264"/>
            <ac:graphicFrameMk id="6" creationId="{610A89BE-386D-EECC-CD0F-33F259A694DC}"/>
          </ac:graphicFrameMkLst>
        </pc:graphicFrameChg>
      </pc:sldChg>
      <pc:sldChg chg="addSp delSp modSp new mod">
        <pc:chgData name="Sura Venkata Rachana" userId="009956bfc58e4b5e" providerId="LiveId" clId="{62731F2D-0C18-44DA-B737-D2AC9F6F3D40}" dt="2026-03-30T07:15:38.071" v="1448" actId="207"/>
        <pc:sldMkLst>
          <pc:docMk/>
          <pc:sldMk cId="529967777" sldId="265"/>
        </pc:sldMkLst>
        <pc:spChg chg="mod">
          <ac:chgData name="Sura Venkata Rachana" userId="009956bfc58e4b5e" providerId="LiveId" clId="{62731F2D-0C18-44DA-B737-D2AC9F6F3D40}" dt="2026-03-30T07:15:38.071" v="1448" actId="207"/>
          <ac:spMkLst>
            <pc:docMk/>
            <pc:sldMk cId="529967777" sldId="265"/>
            <ac:spMk id="2" creationId="{7DC8F48B-48EC-2DC1-D43C-EED8CC189A5A}"/>
          </ac:spMkLst>
        </pc:spChg>
        <pc:spChg chg="add del mod">
          <ac:chgData name="Sura Venkata Rachana" userId="009956bfc58e4b5e" providerId="LiveId" clId="{62731F2D-0C18-44DA-B737-D2AC9F6F3D40}" dt="2026-03-27T06:01:30.990" v="663" actId="255"/>
          <ac:spMkLst>
            <pc:docMk/>
            <pc:sldMk cId="529967777" sldId="265"/>
            <ac:spMk id="3" creationId="{6A811FB2-7694-5F30-A48E-AFC4ED28ACBB}"/>
          </ac:spMkLst>
        </pc:spChg>
        <pc:graphicFrameChg chg="add mod">
          <ac:chgData name="Sura Venkata Rachana" userId="009956bfc58e4b5e" providerId="LiveId" clId="{62731F2D-0C18-44DA-B737-D2AC9F6F3D40}" dt="2026-03-27T06:01:40.374" v="669" actId="14100"/>
          <ac:graphicFrameMkLst>
            <pc:docMk/>
            <pc:sldMk cId="529967777" sldId="265"/>
            <ac:graphicFrameMk id="5" creationId="{EABBE4B4-DC47-47F9-0222-C18C3E0C0A44}"/>
          </ac:graphicFrameMkLst>
        </pc:graphicFrameChg>
      </pc:sldChg>
      <pc:sldChg chg="addSp modSp new mod">
        <pc:chgData name="Sura Venkata Rachana" userId="009956bfc58e4b5e" providerId="LiveId" clId="{62731F2D-0C18-44DA-B737-D2AC9F6F3D40}" dt="2026-03-30T07:15:50.823" v="1449" actId="207"/>
        <pc:sldMkLst>
          <pc:docMk/>
          <pc:sldMk cId="2588359632" sldId="266"/>
        </pc:sldMkLst>
        <pc:spChg chg="mod">
          <ac:chgData name="Sura Venkata Rachana" userId="009956bfc58e4b5e" providerId="LiveId" clId="{62731F2D-0C18-44DA-B737-D2AC9F6F3D40}" dt="2026-03-30T07:15:50.823" v="1449" actId="207"/>
          <ac:spMkLst>
            <pc:docMk/>
            <pc:sldMk cId="2588359632" sldId="266"/>
            <ac:spMk id="2" creationId="{003F3D90-79F9-CCBF-5FB3-EF8DAF2E2A8B}"/>
          </ac:spMkLst>
        </pc:spChg>
        <pc:spChg chg="mod">
          <ac:chgData name="Sura Venkata Rachana" userId="009956bfc58e4b5e" providerId="LiveId" clId="{62731F2D-0C18-44DA-B737-D2AC9F6F3D40}" dt="2026-03-27T06:06:40.836" v="767" actId="255"/>
          <ac:spMkLst>
            <pc:docMk/>
            <pc:sldMk cId="2588359632" sldId="266"/>
            <ac:spMk id="3" creationId="{6D797A91-F1FB-0B7A-6027-3172C71B08F1}"/>
          </ac:spMkLst>
        </pc:spChg>
        <pc:picChg chg="add mod">
          <ac:chgData name="Sura Venkata Rachana" userId="009956bfc58e4b5e" providerId="LiveId" clId="{62731F2D-0C18-44DA-B737-D2AC9F6F3D40}" dt="2026-03-27T06:06:45.964" v="768" actId="1076"/>
          <ac:picMkLst>
            <pc:docMk/>
            <pc:sldMk cId="2588359632" sldId="266"/>
            <ac:picMk id="5" creationId="{8B970AB0-749E-9D5F-36FB-8C99BF7FF499}"/>
          </ac:picMkLst>
        </pc:picChg>
      </pc:sldChg>
      <pc:sldChg chg="addSp delSp modSp new mod">
        <pc:chgData name="Sura Venkata Rachana" userId="009956bfc58e4b5e" providerId="LiveId" clId="{62731F2D-0C18-44DA-B737-D2AC9F6F3D40}" dt="2026-03-30T07:16:01.777" v="1450" actId="207"/>
        <pc:sldMkLst>
          <pc:docMk/>
          <pc:sldMk cId="1271240395" sldId="267"/>
        </pc:sldMkLst>
        <pc:spChg chg="mod">
          <ac:chgData name="Sura Venkata Rachana" userId="009956bfc58e4b5e" providerId="LiveId" clId="{62731F2D-0C18-44DA-B737-D2AC9F6F3D40}" dt="2026-03-30T07:16:01.777" v="1450" actId="207"/>
          <ac:spMkLst>
            <pc:docMk/>
            <pc:sldMk cId="1271240395" sldId="267"/>
            <ac:spMk id="2" creationId="{04769254-B067-037C-DAC1-7F1737DA9079}"/>
          </ac:spMkLst>
        </pc:spChg>
        <pc:spChg chg="mod">
          <ac:chgData name="Sura Venkata Rachana" userId="009956bfc58e4b5e" providerId="LiveId" clId="{62731F2D-0C18-44DA-B737-D2AC9F6F3D40}" dt="2026-03-27T06:12:04.045" v="800" actId="113"/>
          <ac:spMkLst>
            <pc:docMk/>
            <pc:sldMk cId="1271240395" sldId="267"/>
            <ac:spMk id="3" creationId="{3CC19400-B234-4E17-2E87-6B8BD0DE6934}"/>
          </ac:spMkLst>
        </pc:spChg>
        <pc:picChg chg="add mod">
          <ac:chgData name="Sura Venkata Rachana" userId="009956bfc58e4b5e" providerId="LiveId" clId="{62731F2D-0C18-44DA-B737-D2AC9F6F3D40}" dt="2026-03-27T06:11:37.991" v="794" actId="1076"/>
          <ac:picMkLst>
            <pc:docMk/>
            <pc:sldMk cId="1271240395" sldId="267"/>
            <ac:picMk id="7" creationId="{5068CFFD-6367-D1F0-2D87-1E473D6AAA0C}"/>
          </ac:picMkLst>
        </pc:picChg>
      </pc:sldChg>
      <pc:sldChg chg="addSp delSp modSp new mod">
        <pc:chgData name="Sura Venkata Rachana" userId="009956bfc58e4b5e" providerId="LiveId" clId="{62731F2D-0C18-44DA-B737-D2AC9F6F3D40}" dt="2026-03-30T07:16:24.880" v="1452" actId="113"/>
        <pc:sldMkLst>
          <pc:docMk/>
          <pc:sldMk cId="406091433" sldId="268"/>
        </pc:sldMkLst>
        <pc:spChg chg="mod">
          <ac:chgData name="Sura Venkata Rachana" userId="009956bfc58e4b5e" providerId="LiveId" clId="{62731F2D-0C18-44DA-B737-D2AC9F6F3D40}" dt="2026-03-30T07:16:24.880" v="1452" actId="113"/>
          <ac:spMkLst>
            <pc:docMk/>
            <pc:sldMk cId="406091433" sldId="268"/>
            <ac:spMk id="2" creationId="{820E8938-0111-6880-3E74-BD81C6717229}"/>
          </ac:spMkLst>
        </pc:spChg>
        <pc:picChg chg="add mod ord">
          <ac:chgData name="Sura Venkata Rachana" userId="009956bfc58e4b5e" providerId="LiveId" clId="{62731F2D-0C18-44DA-B737-D2AC9F6F3D40}" dt="2026-03-27T06:15:03.795" v="851" actId="14100"/>
          <ac:picMkLst>
            <pc:docMk/>
            <pc:sldMk cId="406091433" sldId="268"/>
            <ac:picMk id="5" creationId="{DD820FCB-2CB7-1245-679A-8E9BDDAC0CF0}"/>
          </ac:picMkLst>
        </pc:picChg>
      </pc:sldChg>
      <pc:sldChg chg="addSp delSp modSp new mod">
        <pc:chgData name="Sura Venkata Rachana" userId="009956bfc58e4b5e" providerId="LiveId" clId="{62731F2D-0C18-44DA-B737-D2AC9F6F3D40}" dt="2026-03-30T07:16:33.506" v="1454" actId="207"/>
        <pc:sldMkLst>
          <pc:docMk/>
          <pc:sldMk cId="2455664214" sldId="269"/>
        </pc:sldMkLst>
        <pc:spChg chg="mod">
          <ac:chgData name="Sura Venkata Rachana" userId="009956bfc58e4b5e" providerId="LiveId" clId="{62731F2D-0C18-44DA-B737-D2AC9F6F3D40}" dt="2026-03-30T07:16:33.506" v="1454" actId="207"/>
          <ac:spMkLst>
            <pc:docMk/>
            <pc:sldMk cId="2455664214" sldId="269"/>
            <ac:spMk id="2" creationId="{BF264029-391A-70E5-CE8F-7B7222FD980A}"/>
          </ac:spMkLst>
        </pc:spChg>
        <pc:picChg chg="add mod ord">
          <ac:chgData name="Sura Venkata Rachana" userId="009956bfc58e4b5e" providerId="LiveId" clId="{62731F2D-0C18-44DA-B737-D2AC9F6F3D40}" dt="2026-03-27T06:15:50.009" v="858" actId="1076"/>
          <ac:picMkLst>
            <pc:docMk/>
            <pc:sldMk cId="2455664214" sldId="269"/>
            <ac:picMk id="5" creationId="{DDD17A83-52C0-7DC5-2FD5-348BC3819100}"/>
          </ac:picMkLst>
        </pc:picChg>
      </pc:sldChg>
      <pc:sldChg chg="addSp delSp modSp new mod">
        <pc:chgData name="Sura Venkata Rachana" userId="009956bfc58e4b5e" providerId="LiveId" clId="{62731F2D-0C18-44DA-B737-D2AC9F6F3D40}" dt="2026-03-30T07:16:42.549" v="1456" actId="113"/>
        <pc:sldMkLst>
          <pc:docMk/>
          <pc:sldMk cId="3180168421" sldId="270"/>
        </pc:sldMkLst>
        <pc:spChg chg="mod">
          <ac:chgData name="Sura Venkata Rachana" userId="009956bfc58e4b5e" providerId="LiveId" clId="{62731F2D-0C18-44DA-B737-D2AC9F6F3D40}" dt="2026-03-30T07:16:42.549" v="1456" actId="113"/>
          <ac:spMkLst>
            <pc:docMk/>
            <pc:sldMk cId="3180168421" sldId="270"/>
            <ac:spMk id="2" creationId="{E63B6668-543F-0403-3132-185D87D4BFD8}"/>
          </ac:spMkLst>
        </pc:spChg>
        <pc:spChg chg="del">
          <ac:chgData name="Sura Venkata Rachana" userId="009956bfc58e4b5e" providerId="LiveId" clId="{62731F2D-0C18-44DA-B737-D2AC9F6F3D40}" dt="2026-03-30T05:51:39.352" v="859" actId="22"/>
          <ac:spMkLst>
            <pc:docMk/>
            <pc:sldMk cId="3180168421" sldId="270"/>
            <ac:spMk id="3" creationId="{5E0FD320-E1A1-7CAA-E993-0A814A0B5AA9}"/>
          </ac:spMkLst>
        </pc:spChg>
        <pc:picChg chg="add mod ord">
          <ac:chgData name="Sura Venkata Rachana" userId="009956bfc58e4b5e" providerId="LiveId" clId="{62731F2D-0C18-44DA-B737-D2AC9F6F3D40}" dt="2026-03-30T05:53:57.944" v="870" actId="1076"/>
          <ac:picMkLst>
            <pc:docMk/>
            <pc:sldMk cId="3180168421" sldId="270"/>
            <ac:picMk id="5" creationId="{4DF162BA-7F92-2EE4-24D5-DD78C52F5006}"/>
          </ac:picMkLst>
        </pc:picChg>
        <pc:picChg chg="add mod modCrop">
          <ac:chgData name="Sura Venkata Rachana" userId="009956bfc58e4b5e" providerId="LiveId" clId="{62731F2D-0C18-44DA-B737-D2AC9F6F3D40}" dt="2026-03-30T05:54:08.613" v="872" actId="14100"/>
          <ac:picMkLst>
            <pc:docMk/>
            <pc:sldMk cId="3180168421" sldId="270"/>
            <ac:picMk id="7" creationId="{D2E325EF-E126-441C-94A1-ABA54FB92B2B}"/>
          </ac:picMkLst>
        </pc:picChg>
      </pc:sldChg>
      <pc:sldChg chg="addSp delSp modSp new mod">
        <pc:chgData name="Sura Venkata Rachana" userId="009956bfc58e4b5e" providerId="LiveId" clId="{62731F2D-0C18-44DA-B737-D2AC9F6F3D40}" dt="2026-03-30T07:16:56.413" v="1460" actId="113"/>
        <pc:sldMkLst>
          <pc:docMk/>
          <pc:sldMk cId="2969233151" sldId="271"/>
        </pc:sldMkLst>
        <pc:spChg chg="mod">
          <ac:chgData name="Sura Venkata Rachana" userId="009956bfc58e4b5e" providerId="LiveId" clId="{62731F2D-0C18-44DA-B737-D2AC9F6F3D40}" dt="2026-03-30T07:16:56.413" v="1460" actId="113"/>
          <ac:spMkLst>
            <pc:docMk/>
            <pc:sldMk cId="2969233151" sldId="271"/>
            <ac:spMk id="2" creationId="{90B1C6B7-8241-A136-2A38-C402836F0C1C}"/>
          </ac:spMkLst>
        </pc:spChg>
        <pc:spChg chg="del">
          <ac:chgData name="Sura Venkata Rachana" userId="009956bfc58e4b5e" providerId="LiveId" clId="{62731F2D-0C18-44DA-B737-D2AC9F6F3D40}" dt="2026-03-30T05:55:54.259" v="874" actId="478"/>
          <ac:spMkLst>
            <pc:docMk/>
            <pc:sldMk cId="2969233151" sldId="271"/>
            <ac:spMk id="3" creationId="{E9D4B8D3-BA24-6971-5DF0-5792C333EA3D}"/>
          </ac:spMkLst>
        </pc:spChg>
        <pc:picChg chg="add del mod">
          <ac:chgData name="Sura Venkata Rachana" userId="009956bfc58e4b5e" providerId="LiveId" clId="{62731F2D-0C18-44DA-B737-D2AC9F6F3D40}" dt="2026-03-30T05:56:22.602" v="880" actId="478"/>
          <ac:picMkLst>
            <pc:docMk/>
            <pc:sldMk cId="2969233151" sldId="271"/>
            <ac:picMk id="5" creationId="{BFEB4DF9-C832-9FE0-CC33-829C10B72297}"/>
          </ac:picMkLst>
        </pc:picChg>
        <pc:picChg chg="add mod">
          <ac:chgData name="Sura Venkata Rachana" userId="009956bfc58e4b5e" providerId="LiveId" clId="{62731F2D-0C18-44DA-B737-D2AC9F6F3D40}" dt="2026-03-30T06:20:19.527" v="1094" actId="1076"/>
          <ac:picMkLst>
            <pc:docMk/>
            <pc:sldMk cId="2969233151" sldId="271"/>
            <ac:picMk id="7" creationId="{560C840C-CC94-92C9-D70F-D3631D33849B}"/>
          </ac:picMkLst>
        </pc:picChg>
      </pc:sldChg>
      <pc:sldChg chg="addSp delSp modSp new mod">
        <pc:chgData name="Sura Venkata Rachana" userId="009956bfc58e4b5e" providerId="LiveId" clId="{62731F2D-0C18-44DA-B737-D2AC9F6F3D40}" dt="2026-03-30T07:17:10.132" v="1488" actId="20577"/>
        <pc:sldMkLst>
          <pc:docMk/>
          <pc:sldMk cId="1439692397" sldId="272"/>
        </pc:sldMkLst>
        <pc:spChg chg="mod">
          <ac:chgData name="Sura Venkata Rachana" userId="009956bfc58e4b5e" providerId="LiveId" clId="{62731F2D-0C18-44DA-B737-D2AC9F6F3D40}" dt="2026-03-30T07:17:10.132" v="1488" actId="20577"/>
          <ac:spMkLst>
            <pc:docMk/>
            <pc:sldMk cId="1439692397" sldId="272"/>
            <ac:spMk id="2" creationId="{F4109CE4-1E05-D5E2-1948-FD8ADF97A585}"/>
          </ac:spMkLst>
        </pc:spChg>
        <pc:spChg chg="mod">
          <ac:chgData name="Sura Venkata Rachana" userId="009956bfc58e4b5e" providerId="LiveId" clId="{62731F2D-0C18-44DA-B737-D2AC9F6F3D40}" dt="2026-03-30T06:16:37.189" v="1071" actId="20577"/>
          <ac:spMkLst>
            <pc:docMk/>
            <pc:sldMk cId="1439692397" sldId="272"/>
            <ac:spMk id="3" creationId="{C2326924-97E0-2E68-A99C-222F06C76929}"/>
          </ac:spMkLst>
        </pc:spChg>
        <pc:spChg chg="add del mod">
          <ac:chgData name="Sura Venkata Rachana" userId="009956bfc58e4b5e" providerId="LiveId" clId="{62731F2D-0C18-44DA-B737-D2AC9F6F3D40}" dt="2026-03-30T06:16:17.141" v="1066" actId="478"/>
          <ac:spMkLst>
            <pc:docMk/>
            <pc:sldMk cId="1439692397" sldId="272"/>
            <ac:spMk id="4" creationId="{1728A90D-3DC1-2658-9A78-BB0BD3285D5B}"/>
          </ac:spMkLst>
        </pc:spChg>
      </pc:sldChg>
      <pc:sldChg chg="addSp delSp modSp new mod">
        <pc:chgData name="Sura Venkata Rachana" userId="009956bfc58e4b5e" providerId="LiveId" clId="{62731F2D-0C18-44DA-B737-D2AC9F6F3D40}" dt="2026-03-30T07:16:49.523" v="1458" actId="113"/>
        <pc:sldMkLst>
          <pc:docMk/>
          <pc:sldMk cId="2829416649" sldId="273"/>
        </pc:sldMkLst>
        <pc:spChg chg="del">
          <ac:chgData name="Sura Venkata Rachana" userId="009956bfc58e4b5e" providerId="LiveId" clId="{62731F2D-0C18-44DA-B737-D2AC9F6F3D40}" dt="2026-03-30T05:56:28.498" v="881" actId="478"/>
          <ac:spMkLst>
            <pc:docMk/>
            <pc:sldMk cId="2829416649" sldId="273"/>
            <ac:spMk id="2" creationId="{DC89ACF5-8C6A-8D7D-51F4-9E2ECEBD9F0B}"/>
          </ac:spMkLst>
        </pc:spChg>
        <pc:spChg chg="del">
          <ac:chgData name="Sura Venkata Rachana" userId="009956bfc58e4b5e" providerId="LiveId" clId="{62731F2D-0C18-44DA-B737-D2AC9F6F3D40}" dt="2026-03-30T05:56:13.538" v="879" actId="22"/>
          <ac:spMkLst>
            <pc:docMk/>
            <pc:sldMk cId="2829416649" sldId="273"/>
            <ac:spMk id="3" creationId="{13895BB1-3B1C-7B04-D31F-E1193A3E8DBC}"/>
          </ac:spMkLst>
        </pc:spChg>
        <pc:spChg chg="add mod">
          <ac:chgData name="Sura Venkata Rachana" userId="009956bfc58e4b5e" providerId="LiveId" clId="{62731F2D-0C18-44DA-B737-D2AC9F6F3D40}" dt="2026-03-30T07:16:49.523" v="1458" actId="113"/>
          <ac:spMkLst>
            <pc:docMk/>
            <pc:sldMk cId="2829416649" sldId="273"/>
            <ac:spMk id="6" creationId="{612385DA-CB3F-8827-BFF5-DEF15C270458}"/>
          </ac:spMkLst>
        </pc:spChg>
        <pc:picChg chg="add mod ord">
          <ac:chgData name="Sura Venkata Rachana" userId="009956bfc58e4b5e" providerId="LiveId" clId="{62731F2D-0C18-44DA-B737-D2AC9F6F3D40}" dt="2026-03-30T06:01:19.253" v="895" actId="1076"/>
          <ac:picMkLst>
            <pc:docMk/>
            <pc:sldMk cId="2829416649" sldId="273"/>
            <ac:picMk id="5" creationId="{A5FC47E1-27E8-019A-24A3-22066E795A25}"/>
          </ac:picMkLst>
        </pc:picChg>
      </pc:sldChg>
      <pc:sldChg chg="addSp delSp modSp new mod">
        <pc:chgData name="Sura Venkata Rachana" userId="009956bfc58e4b5e" providerId="LiveId" clId="{62731F2D-0C18-44DA-B737-D2AC9F6F3D40}" dt="2026-03-30T07:17:33.384" v="1492" actId="113"/>
        <pc:sldMkLst>
          <pc:docMk/>
          <pc:sldMk cId="1896195552" sldId="274"/>
        </pc:sldMkLst>
        <pc:spChg chg="del">
          <ac:chgData name="Sura Venkata Rachana" userId="009956bfc58e4b5e" providerId="LiveId" clId="{62731F2D-0C18-44DA-B737-D2AC9F6F3D40}" dt="2026-03-30T06:14:03.040" v="1036" actId="478"/>
          <ac:spMkLst>
            <pc:docMk/>
            <pc:sldMk cId="1896195552" sldId="274"/>
            <ac:spMk id="2" creationId="{E62A65D9-2F99-A303-06B3-3FB82EC3F7DB}"/>
          </ac:spMkLst>
        </pc:spChg>
        <pc:spChg chg="mod">
          <ac:chgData name="Sura Venkata Rachana" userId="009956bfc58e4b5e" providerId="LiveId" clId="{62731F2D-0C18-44DA-B737-D2AC9F6F3D40}" dt="2026-03-30T06:20:58.697" v="1102" actId="20577"/>
          <ac:spMkLst>
            <pc:docMk/>
            <pc:sldMk cId="1896195552" sldId="274"/>
            <ac:spMk id="3" creationId="{D2FA6FD1-0F28-D70D-F618-A189E10BF5D7}"/>
          </ac:spMkLst>
        </pc:spChg>
        <pc:spChg chg="add">
          <ac:chgData name="Sura Venkata Rachana" userId="009956bfc58e4b5e" providerId="LiveId" clId="{62731F2D-0C18-44DA-B737-D2AC9F6F3D40}" dt="2026-03-30T06:11:25.390" v="992"/>
          <ac:spMkLst>
            <pc:docMk/>
            <pc:sldMk cId="1896195552" sldId="274"/>
            <ac:spMk id="4" creationId="{F7D7FCD0-8096-DDAB-8D92-848F74AC7059}"/>
          </ac:spMkLst>
        </pc:spChg>
        <pc:spChg chg="add mod">
          <ac:chgData name="Sura Venkata Rachana" userId="009956bfc58e4b5e" providerId="LiveId" clId="{62731F2D-0C18-44DA-B737-D2AC9F6F3D40}" dt="2026-03-30T07:17:33.384" v="1492" actId="113"/>
          <ac:spMkLst>
            <pc:docMk/>
            <pc:sldMk cId="1896195552" sldId="274"/>
            <ac:spMk id="5" creationId="{728A749A-9A48-427C-37EF-83E112D23601}"/>
          </ac:spMkLst>
        </pc:spChg>
      </pc:sldChg>
      <pc:sldChg chg="addSp modSp new mod">
        <pc:chgData name="Sura Venkata Rachana" userId="009956bfc58e4b5e" providerId="LiveId" clId="{62731F2D-0C18-44DA-B737-D2AC9F6F3D40}" dt="2026-03-30T07:17:55.743" v="1494" actId="207"/>
        <pc:sldMkLst>
          <pc:docMk/>
          <pc:sldMk cId="3892914204" sldId="275"/>
        </pc:sldMkLst>
        <pc:spChg chg="mod">
          <ac:chgData name="Sura Venkata Rachana" userId="009956bfc58e4b5e" providerId="LiveId" clId="{62731F2D-0C18-44DA-B737-D2AC9F6F3D40}" dt="2026-03-30T07:17:55.743" v="1494" actId="207"/>
          <ac:spMkLst>
            <pc:docMk/>
            <pc:sldMk cId="3892914204" sldId="275"/>
            <ac:spMk id="2" creationId="{8A6B0EFB-8218-11EB-A0C2-09CB54FE3F7B}"/>
          </ac:spMkLst>
        </pc:spChg>
        <pc:spChg chg="mod">
          <ac:chgData name="Sura Venkata Rachana" userId="009956bfc58e4b5e" providerId="LiveId" clId="{62731F2D-0C18-44DA-B737-D2AC9F6F3D40}" dt="2026-03-30T07:07:41.998" v="1343" actId="113"/>
          <ac:spMkLst>
            <pc:docMk/>
            <pc:sldMk cId="3892914204" sldId="275"/>
            <ac:spMk id="3" creationId="{898533AA-DCC5-BE5C-6A6C-2F3DCB784DE2}"/>
          </ac:spMkLst>
        </pc:spChg>
        <pc:spChg chg="add">
          <ac:chgData name="Sura Venkata Rachana" userId="009956bfc58e4b5e" providerId="LiveId" clId="{62731F2D-0C18-44DA-B737-D2AC9F6F3D40}" dt="2026-03-30T06:29:15.672" v="1297"/>
          <ac:spMkLst>
            <pc:docMk/>
            <pc:sldMk cId="3892914204" sldId="275"/>
            <ac:spMk id="4" creationId="{002D108B-C653-D4C5-33CD-C20B88AC0B22}"/>
          </ac:spMkLst>
        </pc:spChg>
      </pc:sldChg>
      <pc:sldChg chg="addSp delSp modSp new mod">
        <pc:chgData name="Sura Venkata Rachana" userId="009956bfc58e4b5e" providerId="LiveId" clId="{62731F2D-0C18-44DA-B737-D2AC9F6F3D40}" dt="2026-03-30T07:08:53.693" v="1350" actId="14100"/>
        <pc:sldMkLst>
          <pc:docMk/>
          <pc:sldMk cId="1164044797" sldId="276"/>
        </pc:sldMkLst>
        <pc:spChg chg="del">
          <ac:chgData name="Sura Venkata Rachana" userId="009956bfc58e4b5e" providerId="LiveId" clId="{62731F2D-0C18-44DA-B737-D2AC9F6F3D40}" dt="2026-03-30T07:08:30.380" v="1345" actId="478"/>
          <ac:spMkLst>
            <pc:docMk/>
            <pc:sldMk cId="1164044797" sldId="276"/>
            <ac:spMk id="2" creationId="{DD207545-7BF0-30DC-0949-04A8F94F60AF}"/>
          </ac:spMkLst>
        </pc:spChg>
        <pc:spChg chg="del">
          <ac:chgData name="Sura Venkata Rachana" userId="009956bfc58e4b5e" providerId="LiveId" clId="{62731F2D-0C18-44DA-B737-D2AC9F6F3D40}" dt="2026-03-30T07:08:34.629" v="1346" actId="478"/>
          <ac:spMkLst>
            <pc:docMk/>
            <pc:sldMk cId="1164044797" sldId="276"/>
            <ac:spMk id="3" creationId="{6161DF27-E595-E200-FA79-7099E3891F17}"/>
          </ac:spMkLst>
        </pc:spChg>
        <pc:picChg chg="add mod">
          <ac:chgData name="Sura Venkata Rachana" userId="009956bfc58e4b5e" providerId="LiveId" clId="{62731F2D-0C18-44DA-B737-D2AC9F6F3D40}" dt="2026-03-30T07:08:53.693" v="1350" actId="14100"/>
          <ac:picMkLst>
            <pc:docMk/>
            <pc:sldMk cId="1164044797" sldId="276"/>
            <ac:picMk id="7170" creationId="{D172D26D-75B7-9245-101C-57C669CFEBFA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cha\Downloads\Olist_store_project_exc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cha\Downloads\Olist_store_project_exce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[Olist_store_project_excel.xlsx]KPI 2!PivotTable2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Credit Card Reviews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00B050"/>
          </a:solidFill>
          <a:ln>
            <a:noFill/>
          </a:ln>
          <a:effectLst/>
        </c:spPr>
      </c:pivotFmt>
      <c:pivotFmt>
        <c:idx val="2"/>
        <c:spPr>
          <a:solidFill>
            <a:srgbClr val="FFC000"/>
          </a:solidFill>
          <a:ln>
            <a:noFill/>
          </a:ln>
          <a:effectLst/>
        </c:spPr>
      </c:pivotFmt>
      <c:pivotFmt>
        <c:idx val="3"/>
        <c:spPr>
          <a:solidFill>
            <a:srgbClr val="7030A0"/>
          </a:solidFill>
          <a:ln>
            <a:noFill/>
          </a:ln>
          <a:effectLst/>
        </c:spPr>
      </c:pivotFmt>
      <c:pivotFmt>
        <c:idx val="4"/>
        <c:spPr>
          <a:solidFill>
            <a:srgbClr val="FF0000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6093461615369784E-2"/>
          <c:y val="0.17025478832932814"/>
          <c:w val="0.77857776110449484"/>
          <c:h val="0.7564565009324243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'KPI 2'!$B$4:$B$5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'KPI 2'!$A$6:$A$7</c:f>
              <c:strCache>
                <c:ptCount val="1"/>
                <c:pt idx="0">
                  <c:v>credit_card</c:v>
                </c:pt>
              </c:strCache>
            </c:strRef>
          </c:cat>
          <c:val>
            <c:numRef>
              <c:f>'KPI 2'!$B$6:$B$7</c:f>
              <c:numCache>
                <c:formatCode>General</c:formatCode>
                <c:ptCount val="1"/>
                <c:pt idx="0">
                  <c:v>8135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E5-44FC-AAA5-934ED328F47B}"/>
            </c:ext>
          </c:extLst>
        </c:ser>
        <c:ser>
          <c:idx val="1"/>
          <c:order val="1"/>
          <c:tx>
            <c:strRef>
              <c:f>'KPI 2'!$C$4:$C$5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'KPI 2'!$A$6:$A$7</c:f>
              <c:strCache>
                <c:ptCount val="1"/>
                <c:pt idx="0">
                  <c:v>credit_card</c:v>
                </c:pt>
              </c:strCache>
            </c:strRef>
          </c:cat>
          <c:val>
            <c:numRef>
              <c:f>'KPI 2'!$C$6:$C$7</c:f>
              <c:numCache>
                <c:formatCode>General</c:formatCode>
                <c:ptCount val="1"/>
                <c:pt idx="0">
                  <c:v>2502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E5-44FC-AAA5-934ED328F47B}"/>
            </c:ext>
          </c:extLst>
        </c:ser>
        <c:ser>
          <c:idx val="2"/>
          <c:order val="2"/>
          <c:tx>
            <c:strRef>
              <c:f>'KPI 2'!$D$4:$D$5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'KPI 2'!$A$6:$A$7</c:f>
              <c:strCache>
                <c:ptCount val="1"/>
                <c:pt idx="0">
                  <c:v>credit_card</c:v>
                </c:pt>
              </c:strCache>
            </c:strRef>
          </c:cat>
          <c:val>
            <c:numRef>
              <c:f>'KPI 2'!$D$6:$D$7</c:f>
              <c:numCache>
                <c:formatCode>General</c:formatCode>
                <c:ptCount val="1"/>
                <c:pt idx="0">
                  <c:v>6374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E5-44FC-AAA5-934ED328F47B}"/>
            </c:ext>
          </c:extLst>
        </c:ser>
        <c:ser>
          <c:idx val="3"/>
          <c:order val="3"/>
          <c:tx>
            <c:strRef>
              <c:f>'KPI 2'!$E$4:$E$5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'KPI 2'!$A$6:$A$7</c:f>
              <c:strCache>
                <c:ptCount val="1"/>
                <c:pt idx="0">
                  <c:v>credit_card</c:v>
                </c:pt>
              </c:strCache>
            </c:strRef>
          </c:cat>
          <c:val>
            <c:numRef>
              <c:f>'KPI 2'!$E$6:$E$7</c:f>
              <c:numCache>
                <c:formatCode>General</c:formatCode>
                <c:ptCount val="1"/>
                <c:pt idx="0">
                  <c:v>15050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AE5-44FC-AAA5-934ED328F47B}"/>
            </c:ext>
          </c:extLst>
        </c:ser>
        <c:ser>
          <c:idx val="4"/>
          <c:order val="4"/>
          <c:tx>
            <c:strRef>
              <c:f>'KPI 2'!$F$4:$F$5</c:f>
              <c:strCache>
                <c:ptCount val="1"/>
                <c:pt idx="0">
                  <c:v>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'KPI 2'!$A$6:$A$7</c:f>
              <c:strCache>
                <c:ptCount val="1"/>
                <c:pt idx="0">
                  <c:v>credit_card</c:v>
                </c:pt>
              </c:strCache>
            </c:strRef>
          </c:cat>
          <c:val>
            <c:numRef>
              <c:f>'KPI 2'!$F$6:$F$7</c:f>
              <c:numCache>
                <c:formatCode>General</c:formatCode>
                <c:ptCount val="1"/>
                <c:pt idx="0">
                  <c:v>45369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AE5-44FC-AAA5-934ED328F47B}"/>
            </c:ext>
          </c:extLst>
        </c:ser>
        <c:ser>
          <c:idx val="5"/>
          <c:order val="5"/>
          <c:tx>
            <c:strRef>
              <c:f>'KPI 2'!$G$4:$G$5</c:f>
              <c:strCache>
                <c:ptCount val="1"/>
                <c:pt idx="0">
                  <c:v>(blank)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'KPI 2'!$A$6:$A$7</c:f>
              <c:strCache>
                <c:ptCount val="1"/>
                <c:pt idx="0">
                  <c:v>credit_card</c:v>
                </c:pt>
              </c:strCache>
            </c:strRef>
          </c:cat>
          <c:val>
            <c:numRef>
              <c:f>'KPI 2'!$G$6:$G$7</c:f>
              <c:numCache>
                <c:formatCode>General</c:formatCode>
                <c:ptCount val="1"/>
                <c:pt idx="0">
                  <c:v>536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AE5-44FC-AAA5-934ED328F47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35307504"/>
        <c:axId val="935310864"/>
      </c:barChart>
      <c:catAx>
        <c:axId val="935307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5310864"/>
        <c:crosses val="autoZero"/>
        <c:auto val="1"/>
        <c:lblAlgn val="ctr"/>
        <c:lblOffset val="100"/>
        <c:noMultiLvlLbl val="0"/>
      </c:catAx>
      <c:valAx>
        <c:axId val="935310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5307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75000"/>
      </a:schemeClr>
    </a:solidFill>
    <a:ln w="9525" cap="flat" cmpd="sng" algn="ctr">
      <a:solidFill>
        <a:schemeClr val="bg1"/>
      </a:solidFill>
      <a:round/>
    </a:ln>
    <a:effectLst>
      <a:outerShdw blurRad="50800" dist="50800" dir="5400000" algn="ctr" rotWithShape="0">
        <a:schemeClr val="tx1"/>
      </a:outerShdw>
    </a:effectLst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[Olist_store_project_excel.xlsx]KPI 3!PivotTable3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Avg</a:t>
            </a:r>
            <a:r>
              <a:rPr lang="en-US" baseline="0"/>
              <a:t> Delivery day for Pet shop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'KPI 3'!$B$4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'KPI 3'!$A$5:$A$6</c:f>
              <c:strCache>
                <c:ptCount val="1"/>
                <c:pt idx="0">
                  <c:v>pet_shop</c:v>
                </c:pt>
              </c:strCache>
            </c:strRef>
          </c:cat>
          <c:val>
            <c:numRef>
              <c:f>'KPI 3'!$B$5:$B$6</c:f>
              <c:numCache>
                <c:formatCode>0</c:formatCode>
                <c:ptCount val="1"/>
                <c:pt idx="0">
                  <c:v>11.317770629833195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D8-4C7F-A7BB-16EE76C2259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935326704"/>
        <c:axId val="935323344"/>
      </c:barChart>
      <c:catAx>
        <c:axId val="935326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5323344"/>
        <c:crosses val="autoZero"/>
        <c:auto val="1"/>
        <c:lblAlgn val="ctr"/>
        <c:lblOffset val="100"/>
        <c:noMultiLvlLbl val="0"/>
      </c:catAx>
      <c:valAx>
        <c:axId val="935323344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532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75000"/>
      </a:schemeClr>
    </a:solidFill>
    <a:ln w="9525" cap="flat" cmpd="sng" algn="ctr">
      <a:solidFill>
        <a:schemeClr val="bg1"/>
      </a:solidFill>
      <a:round/>
    </a:ln>
    <a:effectLst>
      <a:outerShdw blurRad="50800" dist="50800" dir="5400000" algn="ctr" rotWithShape="0">
        <a:schemeClr val="tx1">
          <a:lumMod val="95000"/>
          <a:lumOff val="5000"/>
        </a:scheme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1312-4B5F-9A5D-7E74-05AC0AF8B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E2601-66CC-65E0-B1A6-D5BDBEB8C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A2E4C-CD5F-6BD1-1930-A8D6D496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CB11-39ED-442D-A5B8-6C67E6DAE4BB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59549-EE4A-FDFE-2174-09BA9CF20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F9486-2BC8-87C0-9245-DD6D00BC9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3D58-B81D-4D85-B68B-6BC3C723F3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520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1DB81-4A76-2DE0-033F-79C160EF8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FADA8-3039-5ACB-8A46-3B2254194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8C7EC-FDB2-15DA-721A-966ED1300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CB11-39ED-442D-A5B8-6C67E6DAE4BB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617DE-896E-3BD9-AD3D-66AF5BCEC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70341-4915-BB0F-CEAD-2C5465A8F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3D58-B81D-4D85-B68B-6BC3C723F3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594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3E63D-8930-BEE0-1375-533E79A73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FDD0B-4A55-CB12-9B1B-A6F395AEA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B522B-0D5D-C502-34B6-F51106C9F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CB11-39ED-442D-A5B8-6C67E6DAE4BB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09564-E3F1-223A-4A77-DCD301C3A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B8553-431B-A539-036C-5895A314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3D58-B81D-4D85-B68B-6BC3C723F3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683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9A532-B7B9-1A1B-29CC-2BA3F660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1C53D-035E-0705-F297-A2E9AA0FA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FCBF-A6A7-7342-6EE1-94B648BB1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A9932-C333-79A4-61C1-8ECF5C279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CB11-39ED-442D-A5B8-6C67E6DAE4BB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72192-D083-AA3A-EEE7-82906213A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A4ABE-A133-6899-5260-D3F00EBE5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3D58-B81D-4D85-B68B-6BC3C723F3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297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23FE0-4B06-57A0-FE37-F0F65A5B3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1DFFB-593C-C7EC-368A-12489EF41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575F7-4C4B-11EA-99C5-DFB420BCC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3ED11E-6DF3-C533-4A0F-C2188FBE96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5B49DD-E12B-15C1-48A4-7729BA921A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2485C0-F8A6-E789-54AC-1F5CF509B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CB11-39ED-442D-A5B8-6C67E6DAE4BB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7DD08-B32D-FC83-94C8-A4E0A8DDA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0EC18-6BCD-7B75-55DD-758CCFD49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3D58-B81D-4D85-B68B-6BC3C723F3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378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FEBD2-1628-C4F4-829B-DDBE8E3ED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C1A061-33B7-A056-DE14-0A717277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CB11-39ED-442D-A5B8-6C67E6DAE4BB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C48CF-1792-4E6F-01A0-DA0217A39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987C29-F5CB-5074-EF05-F307C263E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3D58-B81D-4D85-B68B-6BC3C723F3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036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F25563-5C3B-C54C-B30F-A57D52F7F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CB11-39ED-442D-A5B8-6C67E6DAE4BB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B5B1F1-9F9D-3211-B373-DDD1BAE86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29272-EBC9-CED8-3064-A7F530EBF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3D58-B81D-4D85-B68B-6BC3C723F3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248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AA404-FBE9-CAAC-C78F-112E276B7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CBE8D-807C-A167-1D32-52C1A7ACA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1E20CE-73E2-9B60-FE98-B971810E6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C276B-63F2-0A3A-FE13-BC4F5114A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CB11-39ED-442D-A5B8-6C67E6DAE4BB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E8BAB-19E9-6564-62D9-3D22290F2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319A2-51A7-81E4-98CF-999237208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3D58-B81D-4D85-B68B-6BC3C723F3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233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9DDC-92C4-EC3A-F965-B97858F4E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13A2AB-4E0C-0E28-61EF-87BB2D24C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ACC9A-CE38-08A2-F6C9-6A1D0921F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FB705-8D98-D27F-ED49-236327980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CB11-39ED-442D-A5B8-6C67E6DAE4BB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AB5F8-8A86-E513-96E6-C339C1C0B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E8595-D08D-30B1-4DAC-2A63AFFA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3D58-B81D-4D85-B68B-6BC3C723F3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226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41944-6ABD-B754-FB87-1609EC4BE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C49FB1-913D-8306-A213-0FA718C6C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2401B-BC91-D4A5-F4ED-8E2DC23AA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CB11-39ED-442D-A5B8-6C67E6DAE4BB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E8FDE-1F6E-78C1-7D14-60C9E8458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9E6B9-5081-5B9F-E3F2-9F1881F56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3D58-B81D-4D85-B68B-6BC3C723F3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109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16DD9-EEA3-68AB-E722-3C7A8A69E2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59EDCB-B1C8-3C60-B5F3-FD1228698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6F5C8-EC99-FFF7-724D-13A04BDB9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CB11-39ED-442D-A5B8-6C67E6DAE4BB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5D057-D0DE-3FD6-A0F4-C948BCA1B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276FE-612B-4FBB-D4A2-2DEB75C78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43D58-B81D-4D85-B68B-6BC3C723F3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751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0B480-D1AE-6652-4EFD-B46A1371A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E34D0-EC55-71C6-FFE8-74380244D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4A661-3CF3-A8B4-469F-E75987AA5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2CCB11-39ED-442D-A5B8-6C67E6DAE4BB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7716E-7F98-0213-34EE-BDD6BE4A19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9D8F2-4553-B680-3954-1B4122CA7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43D58-B81D-4D85-B68B-6BC3C723F3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777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557BD-28C6-4502-66AE-54B3B8C52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60401"/>
            <a:ext cx="9144000" cy="2387600"/>
          </a:xfrm>
        </p:spPr>
        <p:txBody>
          <a:bodyPr/>
          <a:lstStyle/>
          <a:p>
            <a:r>
              <a:rPr lang="en-IN" b="1" dirty="0" err="1"/>
              <a:t>Olist</a:t>
            </a:r>
            <a:r>
              <a:rPr lang="en-IN" b="1" dirty="0"/>
              <a:t> Ecommerce Analytics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3DBF2B-4014-B848-C266-59FFAAD8A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5342" y="3189083"/>
            <a:ext cx="9144000" cy="694659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Bahnschrift SemiBold" panose="020B0502040204020203" pitchFamily="34" charset="0"/>
              </a:rPr>
              <a:t>Data Analysis using Excel, SQL, Power BI, and Tableau</a:t>
            </a:r>
          </a:p>
          <a:p>
            <a:endParaRPr lang="en-IN" dirty="0"/>
          </a:p>
        </p:txBody>
      </p:sp>
      <p:pic>
        <p:nvPicPr>
          <p:cNvPr id="8196" name="Picture 4" descr="Olist Ecommerce Operations Analysis | by Michael Angelo David | Medium">
            <a:extLst>
              <a:ext uri="{FF2B5EF4-FFF2-40B4-BE49-F238E27FC236}">
                <a16:creationId xmlns:a16="http://schemas.microsoft.com/office/drawing/2014/main" id="{2579BBB3-18F2-F742-4AA9-CC9FE57E6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0" y="3765753"/>
            <a:ext cx="4762500" cy="276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015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B5A8D-47C7-40B4-11D9-23DEAFD23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Group-5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72FDB-4E36-E917-8110-BB082F162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Vinayaka N</a:t>
            </a:r>
          </a:p>
          <a:p>
            <a:r>
              <a:rPr lang="en-IN" dirty="0"/>
              <a:t>Ganji. Syam Prasad Naidu </a:t>
            </a:r>
          </a:p>
          <a:p>
            <a:r>
              <a:rPr lang="en-IN" dirty="0"/>
              <a:t>Sanjay Reddy Challa</a:t>
            </a:r>
          </a:p>
          <a:p>
            <a:r>
              <a:rPr lang="en-IN" dirty="0"/>
              <a:t>Sura Venkata Rachana</a:t>
            </a:r>
          </a:p>
          <a:p>
            <a:r>
              <a:rPr lang="en-IN" dirty="0" err="1"/>
              <a:t>Lingareddy</a:t>
            </a:r>
            <a:r>
              <a:rPr lang="en-IN" dirty="0"/>
              <a:t> </a:t>
            </a:r>
            <a:r>
              <a:rPr lang="en-IN" dirty="0" err="1"/>
              <a:t>premanandareddy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0415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B68B-5371-B8ED-635C-5C0009A18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1DD87-8EBF-242A-ED76-5406A8495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Introduction</a:t>
            </a:r>
          </a:p>
          <a:p>
            <a:r>
              <a:rPr lang="en-IN" dirty="0"/>
              <a:t>KPIs and Insights</a:t>
            </a:r>
          </a:p>
          <a:p>
            <a:r>
              <a:rPr lang="en-IN" dirty="0"/>
              <a:t>Excel Dashboard</a:t>
            </a:r>
          </a:p>
          <a:p>
            <a:r>
              <a:rPr lang="en-IN" dirty="0"/>
              <a:t>Power BI Dashboard</a:t>
            </a:r>
          </a:p>
          <a:p>
            <a:r>
              <a:rPr lang="en-IN" dirty="0"/>
              <a:t>MySQL Queries</a:t>
            </a:r>
          </a:p>
          <a:p>
            <a:r>
              <a:rPr lang="en-IN" dirty="0"/>
              <a:t>Tableau Dashboard</a:t>
            </a:r>
          </a:p>
          <a:p>
            <a:r>
              <a:rPr lang="en-IN" dirty="0"/>
              <a:t>Summary</a:t>
            </a:r>
          </a:p>
          <a:p>
            <a:r>
              <a:rPr lang="en-IN" dirty="0"/>
              <a:t>Recommendations</a:t>
            </a:r>
          </a:p>
          <a:p>
            <a:r>
              <a:rPr lang="en-IN" dirty="0"/>
              <a:t>Challenges and solutions</a:t>
            </a:r>
          </a:p>
          <a:p>
            <a:endParaRPr lang="en-IN" dirty="0"/>
          </a:p>
        </p:txBody>
      </p:sp>
      <p:pic>
        <p:nvPicPr>
          <p:cNvPr id="9218" name="Picture 2" descr="How to Run an eCommerce Store with HubSpot + Shopify or BigCommerce">
            <a:extLst>
              <a:ext uri="{FF2B5EF4-FFF2-40B4-BE49-F238E27FC236}">
                <a16:creationId xmlns:a16="http://schemas.microsoft.com/office/drawing/2014/main" id="{8787C96D-FD0E-1658-0330-F2B8A0E46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077" y="1338879"/>
            <a:ext cx="6253317" cy="4521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1820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E9BDC-6AF9-C822-C90A-2666162CB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F7667-017B-BC41-FE9F-32833B141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Olist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Brazilian e-commerce platform that connects small and medium-sized businesses to large online marketplaces. </a:t>
            </a:r>
          </a:p>
          <a:p>
            <a:pPr algn="just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focuses on analyzing the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Olist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dataset to extract meaningful insights into business performance. By using tools such as SQL, Excel, Power BI and Tableau, we evaluate key metrics and trends that impact decision-making.</a:t>
            </a:r>
          </a:p>
          <a:p>
            <a:pPr algn="just"/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Olist eCommerce Data Analysis and Visualization | by Jimson Mariano | Medium">
            <a:extLst>
              <a:ext uri="{FF2B5EF4-FFF2-40B4-BE49-F238E27FC236}">
                <a16:creationId xmlns:a16="http://schemas.microsoft.com/office/drawing/2014/main" id="{B6762B3A-198C-251A-5FA1-F4CF15951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5341" y="4689988"/>
            <a:ext cx="2546555" cy="1902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2946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4B48-3A3B-698B-50C1-AE514265C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KPIs and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48760-6E4D-8E70-CB39-40DE6CE63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Weekday vs Weekend(</a:t>
            </a:r>
            <a:r>
              <a:rPr lang="en-IN" dirty="0" err="1"/>
              <a:t>order_purchase_timestamp</a:t>
            </a:r>
            <a:r>
              <a:rPr lang="en-IN" dirty="0"/>
              <a:t>) payment statistics</a:t>
            </a:r>
          </a:p>
          <a:p>
            <a:r>
              <a:rPr lang="en-IN" dirty="0"/>
              <a:t>Number of orders with review score 5 and payment type as credit card</a:t>
            </a:r>
          </a:p>
          <a:p>
            <a:r>
              <a:rPr lang="en-IN" dirty="0"/>
              <a:t>Average number of days taken for </a:t>
            </a:r>
            <a:r>
              <a:rPr lang="en-IN" dirty="0" err="1"/>
              <a:t>order_delivered_customer_date</a:t>
            </a:r>
            <a:r>
              <a:rPr lang="en-IN" dirty="0"/>
              <a:t> for </a:t>
            </a:r>
            <a:r>
              <a:rPr lang="en-IN" dirty="0" err="1"/>
              <a:t>pet_shop</a:t>
            </a:r>
            <a:endParaRPr lang="en-IN" dirty="0"/>
          </a:p>
          <a:p>
            <a:r>
              <a:rPr lang="en-IN" dirty="0"/>
              <a:t>Average price and payment values from customers of Sao Paulo city</a:t>
            </a:r>
          </a:p>
          <a:p>
            <a:r>
              <a:rPr lang="en-IN" dirty="0"/>
              <a:t>Relationship between shipping days (</a:t>
            </a:r>
            <a:r>
              <a:rPr lang="en-IN" dirty="0" err="1"/>
              <a:t>order_delivered_customer_date-order_purchase_timestamp</a:t>
            </a:r>
            <a:r>
              <a:rPr lang="en-IN" dirty="0"/>
              <a:t>) vs review scores</a:t>
            </a:r>
          </a:p>
        </p:txBody>
      </p:sp>
    </p:spTree>
    <p:extLst>
      <p:ext uri="{BB962C8B-B14F-4D97-AF65-F5344CB8AC3E}">
        <p14:creationId xmlns:p14="http://schemas.microsoft.com/office/powerpoint/2010/main" val="555529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CACA1-96E9-4242-2173-2EC27BD90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4872C-1E73-589B-3A42-77C9D878D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5742"/>
            <a:ext cx="10515600" cy="854946"/>
          </a:xfrm>
        </p:spPr>
        <p:txBody>
          <a:bodyPr>
            <a:normAutofit fontScale="90000"/>
          </a:bodyPr>
          <a:lstStyle/>
          <a:p>
            <a:r>
              <a:rPr lang="en-IN" sz="3300" dirty="0">
                <a:solidFill>
                  <a:schemeClr val="accent2">
                    <a:lumMod val="75000"/>
                  </a:schemeClr>
                </a:solidFill>
              </a:rPr>
              <a:t>1. Weekday vs Weekend(</a:t>
            </a:r>
            <a:r>
              <a:rPr lang="en-IN" sz="3300" dirty="0" err="1">
                <a:solidFill>
                  <a:schemeClr val="accent2">
                    <a:lumMod val="75000"/>
                  </a:schemeClr>
                </a:solidFill>
              </a:rPr>
              <a:t>order_purchase_timestamp</a:t>
            </a:r>
            <a:r>
              <a:rPr lang="en-IN" sz="3300" dirty="0">
                <a:solidFill>
                  <a:schemeClr val="accent2">
                    <a:lumMod val="75000"/>
                  </a:schemeClr>
                </a:solidFill>
              </a:rPr>
              <a:t>) payment statistics</a:t>
            </a:r>
            <a:br>
              <a:rPr lang="en-IN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50780-9CA0-7BED-8CE9-CFCE5EB04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994"/>
            <a:ext cx="7214419" cy="4593969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/>
              <a:t>77.21% of payments - weekdays</a:t>
            </a:r>
          </a:p>
          <a:p>
            <a:pPr algn="just"/>
            <a:r>
              <a:rPr lang="en-US" sz="2400" b="1" dirty="0"/>
              <a:t>22.79% of payments</a:t>
            </a:r>
            <a:r>
              <a:rPr lang="en-US" sz="2400" dirty="0"/>
              <a:t> - </a:t>
            </a:r>
            <a:r>
              <a:rPr lang="en-US" sz="2400" b="1" dirty="0"/>
              <a:t>weekends</a:t>
            </a:r>
          </a:p>
          <a:p>
            <a:pPr algn="just"/>
            <a:r>
              <a:rPr lang="en-US" sz="2400" dirty="0"/>
              <a:t>The majority of transactions happen on weekdays, indicating higher customer activity during working days. </a:t>
            </a:r>
          </a:p>
          <a:p>
            <a:pPr algn="just"/>
            <a:r>
              <a:rPr lang="en-US" sz="2400" dirty="0"/>
              <a:t>Lower weekend payments suggest that customers are less active or make fewer purchases during weekends. </a:t>
            </a:r>
          </a:p>
          <a:p>
            <a:pPr algn="just"/>
            <a:r>
              <a:rPr lang="en-US" sz="2400" dirty="0"/>
              <a:t>This pattern may be influenced by factors such as work schedules, delivery expectations, or promotional timing. </a:t>
            </a:r>
          </a:p>
          <a:p>
            <a:endParaRPr lang="en-IN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7AE7CA88-B207-B8E6-1DCF-F8B6480FF7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91" t="1547" r="-1"/>
          <a:stretch>
            <a:fillRect/>
          </a:stretch>
        </p:blipFill>
        <p:spPr>
          <a:xfrm>
            <a:off x="8052619" y="2049796"/>
            <a:ext cx="3671881" cy="312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345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7B47E-A2F1-5299-7339-70E369A8D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000" dirty="0">
                <a:solidFill>
                  <a:schemeClr val="accent2">
                    <a:lumMod val="75000"/>
                  </a:schemeClr>
                </a:solidFill>
              </a:rPr>
              <a:t>2. Number of orders with review score 5 and payment type as credit 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96982-C0EB-9786-9E6A-050207F0A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33832"/>
            <a:ext cx="10616381" cy="4643131"/>
          </a:xfrm>
        </p:spPr>
        <p:txBody>
          <a:bodyPr/>
          <a:lstStyle/>
          <a:p>
            <a:r>
              <a:rPr lang="en-US" sz="2000" b="1" dirty="0"/>
              <a:t>Rating 5</a:t>
            </a:r>
            <a:r>
              <a:rPr lang="en-US" sz="2000" dirty="0"/>
              <a:t> has the highest count (</a:t>
            </a:r>
            <a:r>
              <a:rPr lang="en-US" sz="2000" b="1" dirty="0"/>
              <a:t>45,369</a:t>
            </a:r>
            <a:r>
              <a:rPr lang="en-US" sz="2000" dirty="0"/>
              <a:t>), indicating a large number of highly satisfied customers</a:t>
            </a:r>
          </a:p>
          <a:p>
            <a:r>
              <a:rPr lang="en-US" sz="2000" b="1" dirty="0"/>
              <a:t>Rating 4</a:t>
            </a:r>
            <a:r>
              <a:rPr lang="en-US" sz="2000" dirty="0"/>
              <a:t> follows with </a:t>
            </a:r>
            <a:r>
              <a:rPr lang="en-US" sz="2000" b="1" dirty="0"/>
              <a:t>15,050</a:t>
            </a:r>
            <a:r>
              <a:rPr lang="en-US" sz="2000" dirty="0"/>
              <a:t> reviews, showing generally positive experiences</a:t>
            </a:r>
          </a:p>
          <a:p>
            <a:r>
              <a:rPr lang="en-US" sz="2000" b="1" dirty="0"/>
              <a:t>Rating 2</a:t>
            </a:r>
            <a:r>
              <a:rPr lang="en-US" sz="2000" dirty="0"/>
              <a:t> has the lowest among valid ratings (</a:t>
            </a:r>
            <a:r>
              <a:rPr lang="en-US" sz="2000" b="1" dirty="0"/>
              <a:t>2,502</a:t>
            </a:r>
            <a:r>
              <a:rPr lang="en-US" sz="2000" dirty="0"/>
              <a:t>)</a:t>
            </a:r>
          </a:p>
          <a:p>
            <a:r>
              <a:rPr lang="en-US" sz="2000" dirty="0"/>
              <a:t>Most customers who use credit cards are </a:t>
            </a:r>
            <a:r>
              <a:rPr lang="en-US" sz="2000" b="1" dirty="0"/>
              <a:t>highly satisfied</a:t>
            </a:r>
            <a:r>
              <a:rPr lang="en-US" sz="2000" dirty="0"/>
              <a:t>, as seen from the dominance of 4 and 5 ratings.</a:t>
            </a:r>
          </a:p>
          <a:p>
            <a:r>
              <a:rPr lang="en-US" sz="2000" dirty="0"/>
              <a:t>The business is performing well in terms of </a:t>
            </a:r>
            <a:r>
              <a:rPr lang="en-US" sz="2000" b="1" dirty="0"/>
              <a:t>customer experience for credit card transactions.</a:t>
            </a:r>
            <a:endParaRPr lang="en-US" sz="2000" dirty="0"/>
          </a:p>
          <a:p>
            <a:endParaRPr lang="en-IN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610A89BE-386D-EECC-CD0F-33F259A694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1111438"/>
              </p:ext>
            </p:extLst>
          </p:nvPr>
        </p:nvGraphicFramePr>
        <p:xfrm>
          <a:off x="5567517" y="4041058"/>
          <a:ext cx="5651090" cy="2625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72778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8F48B-48EC-2DC1-D43C-EED8CC189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8856"/>
            <a:ext cx="10515600" cy="873740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chemeClr val="accent2">
                    <a:lumMod val="75000"/>
                  </a:schemeClr>
                </a:solidFill>
              </a:rPr>
              <a:t>3. Average delivery days for </a:t>
            </a:r>
            <a:r>
              <a:rPr lang="en-IN" sz="3200" dirty="0" err="1">
                <a:solidFill>
                  <a:schemeClr val="accent2">
                    <a:lumMod val="75000"/>
                  </a:schemeClr>
                </a:solidFill>
              </a:rPr>
              <a:t>pet_shop</a:t>
            </a:r>
            <a:br>
              <a:rPr lang="en-IN" sz="3200" dirty="0"/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11FB2-7694-5F30-A48E-AFC4ED28A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2596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It takes approximately </a:t>
            </a:r>
            <a:r>
              <a:rPr lang="en-US" sz="2400" b="1" dirty="0"/>
              <a:t>11 days</a:t>
            </a:r>
            <a:r>
              <a:rPr lang="en-US" sz="2400" dirty="0"/>
              <a:t> for orders to be delivered to customers after purchase.</a:t>
            </a:r>
          </a:p>
          <a:p>
            <a:r>
              <a:rPr lang="en-US" sz="2400" dirty="0"/>
              <a:t>This delivery time is relatively moderate and may impact customer satisfaction if expectations are for faster shipping.</a:t>
            </a:r>
            <a:endParaRPr lang="en-IN" sz="24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ABBE4B4-DC47-47F9-0222-C18C3E0C0A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6688179"/>
              </p:ext>
            </p:extLst>
          </p:nvPr>
        </p:nvGraphicFramePr>
        <p:xfrm>
          <a:off x="5807054" y="3428999"/>
          <a:ext cx="5382056" cy="30111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29967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F3D90-79F9-CCBF-5FB3-EF8DAF2E2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2723"/>
            <a:ext cx="10515600" cy="677965"/>
          </a:xfrm>
        </p:spPr>
        <p:txBody>
          <a:bodyPr>
            <a:normAutofit fontScale="90000"/>
          </a:bodyPr>
          <a:lstStyle/>
          <a:p>
            <a:r>
              <a:rPr lang="en-IN" sz="3100" dirty="0">
                <a:solidFill>
                  <a:schemeClr val="accent2">
                    <a:lumMod val="75000"/>
                  </a:schemeClr>
                </a:solidFill>
              </a:rPr>
              <a:t>4. Average price and payment values from customers of Sao Paulo city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97A91-F1FB-0B7A-6027-3172C71B0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168"/>
            <a:ext cx="10515600" cy="4662795"/>
          </a:xfrm>
        </p:spPr>
        <p:txBody>
          <a:bodyPr/>
          <a:lstStyle/>
          <a:p>
            <a:r>
              <a:rPr lang="en-US" sz="2400" dirty="0"/>
              <a:t>The </a:t>
            </a:r>
            <a:r>
              <a:rPr lang="en-US" sz="2400" b="1" dirty="0"/>
              <a:t>average payment (135)</a:t>
            </a:r>
            <a:r>
              <a:rPr lang="en-US" sz="2400" dirty="0"/>
              <a:t> is higher than the </a:t>
            </a:r>
            <a:r>
              <a:rPr lang="en-US" sz="2400" b="1" dirty="0"/>
              <a:t>average product price (111)</a:t>
            </a:r>
          </a:p>
          <a:p>
            <a:r>
              <a:rPr lang="en-US" sz="2400" dirty="0"/>
              <a:t>This difference indicates that customers are paying more than just the product cost</a:t>
            </a:r>
          </a:p>
          <a:p>
            <a:r>
              <a:rPr lang="en-US" sz="2400" dirty="0"/>
              <a:t>Reason for difference may be due to additional costs such as shipping charges , taxes , multiple items per order ,service fees etc.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970AB0-749E-9D5F-36FB-8C99BF7FF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478" y="3634619"/>
            <a:ext cx="4610500" cy="278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59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9254-B067-037C-DAC1-7F1737DA9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0931"/>
            <a:ext cx="10515600" cy="1325563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chemeClr val="accent2">
                    <a:lumMod val="75000"/>
                  </a:schemeClr>
                </a:solidFill>
              </a:rPr>
              <a:t>5. Relationship between shipping days vs review scores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19400-B234-4E17-2E87-6B8BD0DE6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0813"/>
            <a:ext cx="10515600" cy="4466150"/>
          </a:xfrm>
        </p:spPr>
        <p:txBody>
          <a:bodyPr>
            <a:normAutofit/>
          </a:bodyPr>
          <a:lstStyle/>
          <a:p>
            <a:r>
              <a:rPr lang="en-US" sz="2400" b="1" dirty="0"/>
              <a:t>Rating 1:</a:t>
            </a:r>
            <a:r>
              <a:rPr lang="en-US" sz="2400" dirty="0"/>
              <a:t> 21 days (longest delivery time)</a:t>
            </a:r>
          </a:p>
          <a:p>
            <a:r>
              <a:rPr lang="en-US" sz="2400" b="1" dirty="0"/>
              <a:t>Rating 5:</a:t>
            </a:r>
            <a:r>
              <a:rPr lang="en-US" sz="2400" dirty="0"/>
              <a:t> 11 days (fastest delivery time)</a:t>
            </a:r>
          </a:p>
          <a:p>
            <a:r>
              <a:rPr lang="en-US" sz="2400" dirty="0"/>
              <a:t>There is a clear inverse relationship between shipping time and review score</a:t>
            </a:r>
          </a:p>
          <a:p>
            <a:r>
              <a:rPr lang="en-US" sz="2400" dirty="0"/>
              <a:t>As delivery time decreases, customer satisfaction increases</a:t>
            </a:r>
          </a:p>
          <a:p>
            <a:r>
              <a:rPr lang="en-US" sz="2400" dirty="0"/>
              <a:t>Customers who receive orders faster tend to give higher ratings (4 &amp; 5)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68CFFD-6367-D1F0-2D87-1E473D6AA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818" y="4155015"/>
            <a:ext cx="5446802" cy="235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240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8938-0111-6880-3E74-BD81C6717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Excel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820FCB-2CB7-1245-679A-8E9BDDAC0C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533832"/>
            <a:ext cx="10714703" cy="472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91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64029-391A-70E5-CE8F-7B7222FD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Power BI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D17A83-52C0-7DC5-2FD5-348BC38191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1149" y="1524001"/>
            <a:ext cx="9053858" cy="475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664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B6668-543F-0403-3132-185D87D4B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39" y="233914"/>
            <a:ext cx="10515600" cy="883572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MySQL Queries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F162BA-7F92-2EE4-24D5-DD78C52F5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239" y="1117486"/>
            <a:ext cx="5611761" cy="5396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E325EF-E126-441C-94A1-ABA54FB92B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15"/>
          <a:stretch>
            <a:fillRect/>
          </a:stretch>
        </p:blipFill>
        <p:spPr>
          <a:xfrm>
            <a:off x="6351639" y="471949"/>
            <a:ext cx="5471608" cy="604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168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FC47E1-27E8-019A-24A3-22066E795A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5933" y="1154901"/>
            <a:ext cx="9698543" cy="533797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12385DA-CB3F-8827-BFF5-DEF15C27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678" y="271329"/>
            <a:ext cx="10515600" cy="883572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MySQL Queries</a:t>
            </a:r>
          </a:p>
        </p:txBody>
      </p:sp>
    </p:spTree>
    <p:extLst>
      <p:ext uri="{BB962C8B-B14F-4D97-AF65-F5344CB8AC3E}">
        <p14:creationId xmlns:p14="http://schemas.microsoft.com/office/powerpoint/2010/main" val="2829416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1C6B7-8241-A136-2A38-C402836F0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735" y="207809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Tableau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0C840C-CC94-92C9-D70F-D3631D338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35" y="1386346"/>
            <a:ext cx="10402530" cy="481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33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09CE4-1E05-D5E2-1948-FD8ADF97A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26924-97E0-2E68-A99C-222F06C76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9315"/>
            <a:ext cx="10515600" cy="4663666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/>
              <a:t>Weekday vs Weekend:</a:t>
            </a:r>
            <a:r>
              <a:rPr lang="en-US" sz="2400" dirty="0"/>
              <a:t> Majority of payments (</a:t>
            </a:r>
            <a:r>
              <a:rPr lang="en-US" sz="2400" b="1" dirty="0"/>
              <a:t>77%</a:t>
            </a:r>
            <a:r>
              <a:rPr lang="en-US" sz="2400" dirty="0"/>
              <a:t>) happen on weekdays, showing higher customer activity during working days</a:t>
            </a:r>
          </a:p>
          <a:p>
            <a:pPr algn="just"/>
            <a:r>
              <a:rPr lang="en-US" sz="2400" b="1" dirty="0"/>
              <a:t>Credit Card Reviews:</a:t>
            </a:r>
            <a:r>
              <a:rPr lang="en-US" sz="2400" dirty="0"/>
              <a:t> Most customers give </a:t>
            </a:r>
            <a:r>
              <a:rPr lang="en-US" sz="2400" b="1" dirty="0"/>
              <a:t>high ratings (4 &amp; 5)</a:t>
            </a:r>
            <a:r>
              <a:rPr lang="en-US" sz="2400" dirty="0"/>
              <a:t>, indicating strong satisfaction levels</a:t>
            </a:r>
          </a:p>
          <a:p>
            <a:pPr algn="just"/>
            <a:r>
              <a:rPr lang="en-US" sz="2400" b="1" dirty="0"/>
              <a:t>Pet Shop Delivery:</a:t>
            </a:r>
            <a:r>
              <a:rPr lang="en-US" sz="2400" dirty="0"/>
              <a:t> Average delivery time is </a:t>
            </a:r>
            <a:r>
              <a:rPr lang="en-US" sz="2400" b="1" dirty="0"/>
              <a:t>11 days</a:t>
            </a:r>
            <a:r>
              <a:rPr lang="en-US" sz="2400" dirty="0"/>
              <a:t>, which is slightly high</a:t>
            </a:r>
          </a:p>
          <a:p>
            <a:pPr algn="just"/>
            <a:r>
              <a:rPr lang="en-US" sz="2400" b="1" dirty="0"/>
              <a:t>Sao Paulo Pricing:</a:t>
            </a:r>
            <a:r>
              <a:rPr lang="en-US" sz="2400" dirty="0"/>
              <a:t> Average payment (</a:t>
            </a:r>
            <a:r>
              <a:rPr lang="en-US" sz="2400" b="1" dirty="0"/>
              <a:t>135</a:t>
            </a:r>
            <a:r>
              <a:rPr lang="en-US" sz="2400" dirty="0"/>
              <a:t>) is higher than product price (</a:t>
            </a:r>
            <a:r>
              <a:rPr lang="en-US" sz="2400" b="1" dirty="0"/>
              <a:t>111</a:t>
            </a:r>
            <a:r>
              <a:rPr lang="en-US" sz="2400" dirty="0"/>
              <a:t>) due to additional costs</a:t>
            </a:r>
          </a:p>
          <a:p>
            <a:pPr algn="just"/>
            <a:r>
              <a:rPr lang="en-US" sz="2400" b="1" dirty="0"/>
              <a:t>Shipping vs Reviews:</a:t>
            </a:r>
            <a:r>
              <a:rPr lang="en-US" sz="2400" dirty="0"/>
              <a:t> Faster delivery leads to </a:t>
            </a:r>
            <a:r>
              <a:rPr lang="en-US" sz="2400" b="1" dirty="0"/>
              <a:t>higher review scores</a:t>
            </a:r>
            <a:r>
              <a:rPr lang="en-US" sz="2400" dirty="0"/>
              <a:t>, proving delivery speed impacts satisfaction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39692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A6FD1-0F28-D70D-F618-A189E10BF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026" y="1917291"/>
            <a:ext cx="10515600" cy="4434348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/>
              <a:t>Key improvement areas</a:t>
            </a:r>
            <a:r>
              <a:rPr lang="en-US" sz="2400" dirty="0"/>
              <a:t>: delivery speed and weekend engagement</a:t>
            </a:r>
          </a:p>
          <a:p>
            <a:pPr algn="just"/>
            <a:r>
              <a:rPr lang="en-IN" sz="2400" b="1" dirty="0"/>
              <a:t>Reduce Delivery Time </a:t>
            </a:r>
            <a:r>
              <a:rPr lang="en-IN" sz="2400" dirty="0"/>
              <a:t>: </a:t>
            </a:r>
            <a:r>
              <a:rPr lang="en-US" sz="2400" dirty="0"/>
              <a:t>Optimize warehouse processing and dispatch time and use regional warehouses for faster delivery</a:t>
            </a:r>
          </a:p>
          <a:p>
            <a:pPr algn="just"/>
            <a:r>
              <a:rPr lang="en-IN" sz="2400" b="1" dirty="0"/>
              <a:t>Boost Weekend Sales </a:t>
            </a:r>
            <a:r>
              <a:rPr lang="en-IN" sz="2400" dirty="0"/>
              <a:t>: </a:t>
            </a:r>
            <a:r>
              <a:rPr lang="en-US" sz="2400" dirty="0"/>
              <a:t>Introduce weekend-only discounts / flash sales</a:t>
            </a:r>
          </a:p>
          <a:p>
            <a:pPr algn="just"/>
            <a:r>
              <a:rPr lang="en-US" sz="2400" b="1" dirty="0"/>
              <a:t>Improve Low Ratings (1–3 Scores) </a:t>
            </a:r>
            <a:r>
              <a:rPr lang="en-US" sz="2400" dirty="0"/>
              <a:t>: Analyze reasons for negative reviews (late delivery, damaged products) and </a:t>
            </a:r>
            <a:r>
              <a:rPr lang="en-IN" sz="2400" dirty="0"/>
              <a:t>implement return/replacement support</a:t>
            </a:r>
          </a:p>
          <a:p>
            <a:pPr algn="just"/>
            <a:r>
              <a:rPr lang="en-IN" sz="2400" b="1" dirty="0"/>
              <a:t>Optimize Pricing &amp; Additional Costs </a:t>
            </a:r>
            <a:r>
              <a:rPr lang="en-IN" sz="2400" dirty="0"/>
              <a:t>: </a:t>
            </a:r>
            <a:r>
              <a:rPr lang="en-US" sz="2400" dirty="0"/>
              <a:t>Provide transparent cost breakdown (price + shipping) and offer free shipping above a threshold</a:t>
            </a:r>
            <a:endParaRPr lang="en-IN" sz="2400" dirty="0"/>
          </a:p>
          <a:p>
            <a:endParaRPr lang="en-IN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28A749A-9A48-427C-37EF-83E112D23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226" y="684239"/>
            <a:ext cx="9672484" cy="1085569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Actionable recommendations and feedback:</a:t>
            </a:r>
          </a:p>
        </p:txBody>
      </p:sp>
    </p:spTree>
    <p:extLst>
      <p:ext uri="{BB962C8B-B14F-4D97-AF65-F5344CB8AC3E}">
        <p14:creationId xmlns:p14="http://schemas.microsoft.com/office/powerpoint/2010/main" val="1896195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0EFB-8218-11EB-A0C2-09CB54FE3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Challenges and solutions: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533AA-DCC5-BE5C-6A6C-2F3DCB784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b="1" dirty="0"/>
              <a:t>Challenge 1</a:t>
            </a:r>
            <a:r>
              <a:rPr lang="en-IN" sz="2400" dirty="0"/>
              <a:t>: </a:t>
            </a:r>
            <a:r>
              <a:rPr lang="en-US" sz="2400" dirty="0"/>
              <a:t>Data spread across multiple tables (orders, payments, reviews, products) – difficulty in joining multiple tables</a:t>
            </a:r>
          </a:p>
          <a:p>
            <a:pPr algn="just"/>
            <a:r>
              <a:rPr lang="en-IN" sz="2400" dirty="0"/>
              <a:t>Solution: Understood primary and foreign key relationships and </a:t>
            </a:r>
            <a:r>
              <a:rPr lang="en-US" sz="2400" dirty="0"/>
              <a:t>used proper </a:t>
            </a:r>
            <a:r>
              <a:rPr lang="en-US" sz="2400" b="1" dirty="0"/>
              <a:t>JOINs (INNER JOIN, LEFT JOIN)</a:t>
            </a:r>
          </a:p>
          <a:p>
            <a:pPr algn="just"/>
            <a:r>
              <a:rPr lang="en-US" sz="2400" b="1" dirty="0"/>
              <a:t>Challenge 2 : Date format issue - </a:t>
            </a:r>
            <a:r>
              <a:rPr lang="en-US" sz="2400" dirty="0"/>
              <a:t>While importing the CSV file into SQL, the </a:t>
            </a:r>
            <a:r>
              <a:rPr lang="en-US" sz="2400" b="1" dirty="0"/>
              <a:t>date format was incorrect </a:t>
            </a:r>
            <a:r>
              <a:rPr lang="en-US" sz="2400" dirty="0"/>
              <a:t>due to this, functions like </a:t>
            </a:r>
            <a:r>
              <a:rPr lang="en-US" sz="2400" b="1" dirty="0"/>
              <a:t>DATEDIFF()</a:t>
            </a:r>
            <a:r>
              <a:rPr lang="en-US" sz="2400" dirty="0"/>
              <a:t> were throwing errors or giving wrong results</a:t>
            </a:r>
          </a:p>
          <a:p>
            <a:pPr algn="just"/>
            <a:r>
              <a:rPr lang="en-US" sz="2400" dirty="0"/>
              <a:t>Solution : Converted date columns into </a:t>
            </a:r>
            <a:r>
              <a:rPr lang="en-US" sz="2400" b="1" dirty="0"/>
              <a:t>SQL-compatible format (YYYY-MM-DD) ,</a:t>
            </a:r>
            <a:r>
              <a:rPr lang="en-US" sz="2400" dirty="0"/>
              <a:t> saved the file again as </a:t>
            </a:r>
            <a:r>
              <a:rPr lang="en-US" sz="2400" b="1" dirty="0"/>
              <a:t>CSV format </a:t>
            </a:r>
            <a:r>
              <a:rPr lang="en-US" sz="2400" dirty="0"/>
              <a:t>and</a:t>
            </a:r>
            <a:r>
              <a:rPr lang="en-US" sz="2400" b="1" dirty="0"/>
              <a:t> </a:t>
            </a:r>
            <a:r>
              <a:rPr lang="en-US" sz="2400" dirty="0"/>
              <a:t>reloaded the cleaned data into SQL</a:t>
            </a:r>
            <a:endParaRPr lang="en-IN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2D108B-C653-D4C5-33CD-C20B88AC0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914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Background Ppt Thank You">
            <a:extLst>
              <a:ext uri="{FF2B5EF4-FFF2-40B4-BE49-F238E27FC236}">
                <a16:creationId xmlns:a16="http://schemas.microsoft.com/office/drawing/2014/main" id="{D172D26D-75B7-9245-101C-57C669CFE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044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4433</TotalTime>
  <Words>838</Words>
  <Application>Microsoft Office PowerPoint</Application>
  <PresentationFormat>Widescreen</PresentationFormat>
  <Paragraphs>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Bahnschrift SemiBold</vt:lpstr>
      <vt:lpstr>Calibri</vt:lpstr>
      <vt:lpstr>Office Theme</vt:lpstr>
      <vt:lpstr>Olist Ecommerce Analytics Dashboard</vt:lpstr>
      <vt:lpstr>Group-5</vt:lpstr>
      <vt:lpstr>INDEX</vt:lpstr>
      <vt:lpstr>INTRODUCTION</vt:lpstr>
      <vt:lpstr>KPIs and Insights</vt:lpstr>
      <vt:lpstr>1. Weekday vs Weekend(order_purchase_timestamp) payment statistics </vt:lpstr>
      <vt:lpstr>2. Number of orders with review score 5 and payment type as credit card</vt:lpstr>
      <vt:lpstr>3. Average delivery days for pet_shop </vt:lpstr>
      <vt:lpstr>4. Average price and payment values from customers of Sao Paulo city </vt:lpstr>
      <vt:lpstr>5. Relationship between shipping days vs review scores </vt:lpstr>
      <vt:lpstr>Excel Dashboard</vt:lpstr>
      <vt:lpstr>Power BI Dashboard</vt:lpstr>
      <vt:lpstr>MySQL Queries</vt:lpstr>
      <vt:lpstr>MySQL Queries</vt:lpstr>
      <vt:lpstr>Tableau Dashboard</vt:lpstr>
      <vt:lpstr>Summary</vt:lpstr>
      <vt:lpstr>Actionable recommendations and feedback:</vt:lpstr>
      <vt:lpstr>Challenges and solutions: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Sura Venkata Rachana</dc:creator>
  <cp:lastModifiedBy>Sura Venkata Rachana</cp:lastModifiedBy>
  <cp:revision>1</cp:revision>
  <dcterms:created xsi:type="dcterms:W3CDTF">2026-03-27T05:25:37Z</dcterms:created>
  <dcterms:modified xsi:type="dcterms:W3CDTF">2026-03-30T07:18:41Z</dcterms:modified>
</cp:coreProperties>
</file>